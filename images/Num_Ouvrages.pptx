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19" autoAdjust="0"/>
    <p:restoredTop sz="94660"/>
  </p:normalViewPr>
  <p:slideViewPr>
    <p:cSldViewPr snapToGrid="0">
      <p:cViewPr>
        <p:scale>
          <a:sx n="100" d="100"/>
          <a:sy n="100" d="100"/>
        </p:scale>
        <p:origin x="1046" y="4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7769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21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2449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5893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4948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2266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503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6607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1028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6410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6046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18480-AA44-4C42-AA0A-FF774FAFB055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F4D71-D076-4D4E-BA99-91622E54C65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890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53" b="17187"/>
          <a:stretch/>
        </p:blipFill>
        <p:spPr>
          <a:xfrm>
            <a:off x="0" y="0"/>
            <a:ext cx="12168542" cy="4348333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6811250" y="448704"/>
            <a:ext cx="434176" cy="414440"/>
            <a:chOff x="1302526" y="4999597"/>
            <a:chExt cx="434176" cy="414440"/>
          </a:xfrm>
        </p:grpSpPr>
        <p:sp>
          <p:nvSpPr>
            <p:cNvPr id="5" name="Oval 4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08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204560" y="169357"/>
            <a:ext cx="434176" cy="414440"/>
            <a:chOff x="1302526" y="4999597"/>
            <a:chExt cx="434176" cy="414440"/>
          </a:xfrm>
        </p:grpSpPr>
        <p:sp>
          <p:nvSpPr>
            <p:cNvPr id="13" name="Oval 12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785216" y="241484"/>
            <a:ext cx="434176" cy="414440"/>
            <a:chOff x="1302526" y="4999597"/>
            <a:chExt cx="434176" cy="414440"/>
          </a:xfrm>
        </p:grpSpPr>
        <p:sp>
          <p:nvSpPr>
            <p:cNvPr id="16" name="Oval 15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7028338" y="2609199"/>
            <a:ext cx="434176" cy="414440"/>
            <a:chOff x="1309104" y="4999597"/>
            <a:chExt cx="434176" cy="414440"/>
          </a:xfrm>
        </p:grpSpPr>
        <p:sp>
          <p:nvSpPr>
            <p:cNvPr id="19" name="Oval 18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09104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29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068131" y="2932199"/>
            <a:ext cx="434176" cy="414440"/>
            <a:chOff x="1309104" y="4999597"/>
            <a:chExt cx="434176" cy="414440"/>
          </a:xfrm>
        </p:grpSpPr>
        <p:sp>
          <p:nvSpPr>
            <p:cNvPr id="22" name="Oval 21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309104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35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6382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" t="21779" r="-544" b="29266"/>
          <a:stretch/>
        </p:blipFill>
        <p:spPr>
          <a:xfrm>
            <a:off x="31980" y="14611"/>
            <a:ext cx="12136562" cy="4333722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6158495" y="714949"/>
            <a:ext cx="434176" cy="414440"/>
            <a:chOff x="1302526" y="4999597"/>
            <a:chExt cx="434176" cy="414440"/>
          </a:xfrm>
        </p:grpSpPr>
        <p:sp>
          <p:nvSpPr>
            <p:cNvPr id="5" name="Oval 4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08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3122440" y="1669496"/>
            <a:ext cx="434176" cy="414440"/>
            <a:chOff x="1302526" y="4999597"/>
            <a:chExt cx="434176" cy="414440"/>
          </a:xfrm>
        </p:grpSpPr>
        <p:sp>
          <p:nvSpPr>
            <p:cNvPr id="13" name="Oval 12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42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474879" y="1293044"/>
            <a:ext cx="434176" cy="414440"/>
            <a:chOff x="1302526" y="4999597"/>
            <a:chExt cx="434176" cy="414440"/>
          </a:xfrm>
        </p:grpSpPr>
        <p:sp>
          <p:nvSpPr>
            <p:cNvPr id="16" name="Oval 15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43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362426" y="2394315"/>
            <a:ext cx="434176" cy="414440"/>
            <a:chOff x="1309104" y="4999597"/>
            <a:chExt cx="434176" cy="414440"/>
          </a:xfrm>
        </p:grpSpPr>
        <p:sp>
          <p:nvSpPr>
            <p:cNvPr id="19" name="Oval 18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09104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30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8056532" y="2694455"/>
            <a:ext cx="434176" cy="414440"/>
            <a:chOff x="1309104" y="4999597"/>
            <a:chExt cx="434176" cy="414440"/>
          </a:xfrm>
        </p:grpSpPr>
        <p:sp>
          <p:nvSpPr>
            <p:cNvPr id="22" name="Oval 21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309104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36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2759738" y="2032568"/>
            <a:ext cx="434176" cy="414440"/>
            <a:chOff x="1302526" y="4999597"/>
            <a:chExt cx="434176" cy="414440"/>
          </a:xfrm>
        </p:grpSpPr>
        <p:sp>
          <p:nvSpPr>
            <p:cNvPr id="25" name="Oval 24"/>
            <p:cNvSpPr/>
            <p:nvPr/>
          </p:nvSpPr>
          <p:spPr>
            <a:xfrm>
              <a:off x="1315683" y="4999597"/>
              <a:ext cx="407862" cy="414440"/>
            </a:xfrm>
            <a:prstGeom prst="ellipse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700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302526" y="5022151"/>
              <a:ext cx="434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 smtClean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41</a:t>
              </a:r>
              <a:endParaRPr lang="fr-F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8415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5119</TotalTime>
  <Words>11</Words>
  <Application>Microsoft Office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Oumaima HT</dc:creator>
  <cp:lastModifiedBy>Oumaima HT</cp:lastModifiedBy>
  <cp:revision>10</cp:revision>
  <dcterms:created xsi:type="dcterms:W3CDTF">2026-09-16T10:32:46Z</dcterms:created>
  <dcterms:modified xsi:type="dcterms:W3CDTF">2026-09-21T09:32:32Z</dcterms:modified>
</cp:coreProperties>
</file>