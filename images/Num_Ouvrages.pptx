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19" autoAdjust="0"/>
    <p:restoredTop sz="94660"/>
  </p:normalViewPr>
  <p:slideViewPr>
    <p:cSldViewPr snapToGrid="0">
      <p:cViewPr>
        <p:scale>
          <a:sx n="100" d="100"/>
          <a:sy n="100" d="100"/>
        </p:scale>
        <p:origin x="1046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8480-AA44-4C42-AA0A-FF774FAFB055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F4D71-D076-4D4E-BA99-91622E54C6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776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8480-AA44-4C42-AA0A-FF774FAFB055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F4D71-D076-4D4E-BA99-91622E54C6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1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8480-AA44-4C42-AA0A-FF774FAFB055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F4D71-D076-4D4E-BA99-91622E54C6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449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8480-AA44-4C42-AA0A-FF774FAFB055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F4D71-D076-4D4E-BA99-91622E54C6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89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8480-AA44-4C42-AA0A-FF774FAFB055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F4D71-D076-4D4E-BA99-91622E54C6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948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8480-AA44-4C42-AA0A-FF774FAFB055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F4D71-D076-4D4E-BA99-91622E54C6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226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8480-AA44-4C42-AA0A-FF774FAFB055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F4D71-D076-4D4E-BA99-91622E54C6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503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8480-AA44-4C42-AA0A-FF774FAFB055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F4D71-D076-4D4E-BA99-91622E54C6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607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8480-AA44-4C42-AA0A-FF774FAFB055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F4D71-D076-4D4E-BA99-91622E54C6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102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8480-AA44-4C42-AA0A-FF774FAFB055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F4D71-D076-4D4E-BA99-91622E54C6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410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8480-AA44-4C42-AA0A-FF774FAFB055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F4D71-D076-4D4E-BA99-91622E54C6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6046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18480-AA44-4C42-AA0A-FF774FAFB055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F4D71-D076-4D4E-BA99-91622E54C6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9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19" t="25474" r="1" b="23997"/>
          <a:stretch/>
        </p:blipFill>
        <p:spPr>
          <a:xfrm>
            <a:off x="-85519" y="0"/>
            <a:ext cx="12254061" cy="4348333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320430" y="608269"/>
            <a:ext cx="434176" cy="414440"/>
            <a:chOff x="1302526" y="4999597"/>
            <a:chExt cx="434176" cy="414440"/>
          </a:xfrm>
        </p:grpSpPr>
        <p:sp>
          <p:nvSpPr>
            <p:cNvPr id="5" name="Oval 4"/>
            <p:cNvSpPr/>
            <p:nvPr/>
          </p:nvSpPr>
          <p:spPr>
            <a:xfrm>
              <a:off x="1315683" y="4999597"/>
              <a:ext cx="407862" cy="41444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7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02526" y="5022151"/>
              <a:ext cx="43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08</a:t>
              </a:r>
              <a:endPara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8357216" y="608269"/>
            <a:ext cx="434176" cy="414440"/>
            <a:chOff x="1302526" y="4999597"/>
            <a:chExt cx="434176" cy="414440"/>
          </a:xfrm>
        </p:grpSpPr>
        <p:sp>
          <p:nvSpPr>
            <p:cNvPr id="13" name="Oval 12"/>
            <p:cNvSpPr/>
            <p:nvPr/>
          </p:nvSpPr>
          <p:spPr>
            <a:xfrm>
              <a:off x="1315683" y="4999597"/>
              <a:ext cx="407862" cy="41444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7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02526" y="5022151"/>
              <a:ext cx="43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785216" y="241484"/>
            <a:ext cx="434176" cy="414440"/>
            <a:chOff x="1302526" y="4999597"/>
            <a:chExt cx="434176" cy="414440"/>
          </a:xfrm>
        </p:grpSpPr>
        <p:sp>
          <p:nvSpPr>
            <p:cNvPr id="16" name="Oval 15"/>
            <p:cNvSpPr/>
            <p:nvPr/>
          </p:nvSpPr>
          <p:spPr>
            <a:xfrm>
              <a:off x="1315683" y="4999597"/>
              <a:ext cx="407862" cy="41444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7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02526" y="5022151"/>
              <a:ext cx="43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382161" y="2798175"/>
            <a:ext cx="434176" cy="414440"/>
            <a:chOff x="1309104" y="4999597"/>
            <a:chExt cx="434176" cy="414440"/>
          </a:xfrm>
        </p:grpSpPr>
        <p:sp>
          <p:nvSpPr>
            <p:cNvPr id="19" name="Oval 18"/>
            <p:cNvSpPr/>
            <p:nvPr/>
          </p:nvSpPr>
          <p:spPr>
            <a:xfrm>
              <a:off x="1315683" y="4999597"/>
              <a:ext cx="407862" cy="41444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7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09104" y="5022151"/>
              <a:ext cx="43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29</a:t>
              </a:r>
              <a:endPara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079392" y="3212615"/>
            <a:ext cx="434176" cy="414440"/>
            <a:chOff x="1309104" y="4999597"/>
            <a:chExt cx="434176" cy="414440"/>
          </a:xfrm>
        </p:grpSpPr>
        <p:sp>
          <p:nvSpPr>
            <p:cNvPr id="22" name="Oval 21"/>
            <p:cNvSpPr/>
            <p:nvPr/>
          </p:nvSpPr>
          <p:spPr>
            <a:xfrm>
              <a:off x="1315683" y="4999597"/>
              <a:ext cx="407862" cy="41444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7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09104" y="5022151"/>
              <a:ext cx="43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35</a:t>
              </a:r>
              <a:endPara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638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" t="21779" r="-544" b="29266"/>
          <a:stretch/>
        </p:blipFill>
        <p:spPr>
          <a:xfrm>
            <a:off x="31980" y="14611"/>
            <a:ext cx="12136562" cy="4333722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158495" y="714949"/>
            <a:ext cx="434176" cy="414440"/>
            <a:chOff x="1302526" y="4999597"/>
            <a:chExt cx="434176" cy="414440"/>
          </a:xfrm>
        </p:grpSpPr>
        <p:sp>
          <p:nvSpPr>
            <p:cNvPr id="5" name="Oval 4"/>
            <p:cNvSpPr/>
            <p:nvPr/>
          </p:nvSpPr>
          <p:spPr>
            <a:xfrm>
              <a:off x="1315683" y="4999597"/>
              <a:ext cx="407862" cy="41444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7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02526" y="5022151"/>
              <a:ext cx="43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08</a:t>
              </a:r>
              <a:endPara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122440" y="1669496"/>
            <a:ext cx="434176" cy="414440"/>
            <a:chOff x="1302526" y="4999597"/>
            <a:chExt cx="434176" cy="414440"/>
          </a:xfrm>
        </p:grpSpPr>
        <p:sp>
          <p:nvSpPr>
            <p:cNvPr id="13" name="Oval 12"/>
            <p:cNvSpPr/>
            <p:nvPr/>
          </p:nvSpPr>
          <p:spPr>
            <a:xfrm>
              <a:off x="1315683" y="4999597"/>
              <a:ext cx="407862" cy="41444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7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02526" y="5022151"/>
              <a:ext cx="43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474879" y="1293044"/>
            <a:ext cx="434176" cy="414440"/>
            <a:chOff x="1302526" y="4999597"/>
            <a:chExt cx="434176" cy="414440"/>
          </a:xfrm>
        </p:grpSpPr>
        <p:sp>
          <p:nvSpPr>
            <p:cNvPr id="16" name="Oval 15"/>
            <p:cNvSpPr/>
            <p:nvPr/>
          </p:nvSpPr>
          <p:spPr>
            <a:xfrm>
              <a:off x="1315683" y="4999597"/>
              <a:ext cx="407862" cy="41444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7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02526" y="5022151"/>
              <a:ext cx="43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43</a:t>
              </a:r>
              <a:endPara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362426" y="2394315"/>
            <a:ext cx="434176" cy="414440"/>
            <a:chOff x="1309104" y="4999597"/>
            <a:chExt cx="434176" cy="414440"/>
          </a:xfrm>
        </p:grpSpPr>
        <p:sp>
          <p:nvSpPr>
            <p:cNvPr id="19" name="Oval 18"/>
            <p:cNvSpPr/>
            <p:nvPr/>
          </p:nvSpPr>
          <p:spPr>
            <a:xfrm>
              <a:off x="1315683" y="4999597"/>
              <a:ext cx="407862" cy="41444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7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09104" y="5022151"/>
              <a:ext cx="43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056532" y="2694455"/>
            <a:ext cx="434176" cy="414440"/>
            <a:chOff x="1309104" y="4999597"/>
            <a:chExt cx="434176" cy="414440"/>
          </a:xfrm>
        </p:grpSpPr>
        <p:sp>
          <p:nvSpPr>
            <p:cNvPr id="22" name="Oval 21"/>
            <p:cNvSpPr/>
            <p:nvPr/>
          </p:nvSpPr>
          <p:spPr>
            <a:xfrm>
              <a:off x="1315683" y="4999597"/>
              <a:ext cx="407862" cy="41444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7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09104" y="5022151"/>
              <a:ext cx="43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36</a:t>
              </a:r>
              <a:endPara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759738" y="2032568"/>
            <a:ext cx="434176" cy="414440"/>
            <a:chOff x="1302526" y="4999597"/>
            <a:chExt cx="434176" cy="414440"/>
          </a:xfrm>
        </p:grpSpPr>
        <p:sp>
          <p:nvSpPr>
            <p:cNvPr id="25" name="Oval 24"/>
            <p:cNvSpPr/>
            <p:nvPr/>
          </p:nvSpPr>
          <p:spPr>
            <a:xfrm>
              <a:off x="1315683" y="4999597"/>
              <a:ext cx="407862" cy="41444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7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302526" y="5022151"/>
              <a:ext cx="43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41</a:t>
              </a:r>
              <a:endPara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841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11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Oumaima HT</dc:creator>
  <cp:lastModifiedBy>Oumaima HT</cp:lastModifiedBy>
  <cp:revision>8</cp:revision>
  <dcterms:created xsi:type="dcterms:W3CDTF">2026-09-16T10:32:46Z</dcterms:created>
  <dcterms:modified xsi:type="dcterms:W3CDTF">2026-09-18T11:23:44Z</dcterms:modified>
</cp:coreProperties>
</file>