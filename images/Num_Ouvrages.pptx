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119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437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fr-FR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fr-F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18480-AA44-4C42-AA0A-FF774FAFB055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F4D71-D076-4D4E-BA99-91622E54C65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277697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fr-F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18480-AA44-4C42-AA0A-FF774FAFB055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F4D71-D076-4D4E-BA99-91622E54C65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52199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18480-AA44-4C42-AA0A-FF774FAFB055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F4D71-D076-4D4E-BA99-91622E54C65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024498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fr-F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fr-FR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18480-AA44-4C42-AA0A-FF774FAFB055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F4D71-D076-4D4E-BA99-91622E54C65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58938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fr-F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fr-F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18480-AA44-4C42-AA0A-FF774FAFB055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F4D71-D076-4D4E-BA99-91622E54C65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49483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18480-AA44-4C42-AA0A-FF774FAFB055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F4D71-D076-4D4E-BA99-91622E54C65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322666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18480-AA44-4C42-AA0A-FF774FAFB055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F4D71-D076-4D4E-BA99-91622E54C65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5032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18480-AA44-4C42-AA0A-FF774FAFB055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F4D71-D076-4D4E-BA99-91622E54C65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066072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fr-F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18480-AA44-4C42-AA0A-FF774FAFB055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F4D71-D076-4D4E-BA99-91622E54C65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010284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fr-F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18480-AA44-4C42-AA0A-FF774FAFB055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F4D71-D076-4D4E-BA99-91622E54C65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164100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fr-F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18480-AA44-4C42-AA0A-FF774FAFB055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F4D71-D076-4D4E-BA99-91622E54C65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860465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fr-F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118480-AA44-4C42-AA0A-FF774FAFB055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AF4D71-D076-4D4E-BA99-91622E54C65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58900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648"/>
          <a:stretch/>
        </p:blipFill>
        <p:spPr>
          <a:xfrm>
            <a:off x="0" y="3514"/>
            <a:ext cx="12192000" cy="4682786"/>
          </a:xfrm>
          <a:prstGeom prst="rect">
            <a:avLst/>
          </a:prstGeom>
        </p:spPr>
      </p:pic>
      <p:grpSp>
        <p:nvGrpSpPr>
          <p:cNvPr id="7" name="Group 6"/>
          <p:cNvGrpSpPr/>
          <p:nvPr/>
        </p:nvGrpSpPr>
        <p:grpSpPr>
          <a:xfrm>
            <a:off x="6210025" y="1401203"/>
            <a:ext cx="434176" cy="414440"/>
            <a:chOff x="1302526" y="4999597"/>
            <a:chExt cx="434176" cy="414440"/>
          </a:xfrm>
        </p:grpSpPr>
        <p:sp>
          <p:nvSpPr>
            <p:cNvPr id="5" name="Oval 4"/>
            <p:cNvSpPr/>
            <p:nvPr/>
          </p:nvSpPr>
          <p:spPr>
            <a:xfrm>
              <a:off x="1315683" y="4999597"/>
              <a:ext cx="407862" cy="414440"/>
            </a:xfrm>
            <a:prstGeom prst="ellipse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700" dirty="0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302526" y="5022151"/>
              <a:ext cx="434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 smtClean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13</a:t>
              </a:r>
              <a:endParaRPr lang="fr-FR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2948227" y="1290937"/>
            <a:ext cx="434176" cy="414440"/>
            <a:chOff x="1302526" y="4999597"/>
            <a:chExt cx="434176" cy="414440"/>
          </a:xfrm>
        </p:grpSpPr>
        <p:sp>
          <p:nvSpPr>
            <p:cNvPr id="13" name="Oval 12"/>
            <p:cNvSpPr/>
            <p:nvPr/>
          </p:nvSpPr>
          <p:spPr>
            <a:xfrm>
              <a:off x="1315683" y="4999597"/>
              <a:ext cx="407862" cy="414440"/>
            </a:xfrm>
            <a:prstGeom prst="ellipse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700" dirty="0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302526" y="5022151"/>
              <a:ext cx="434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 smtClean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lang="fr-FR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9645056" y="757614"/>
            <a:ext cx="434176" cy="414440"/>
            <a:chOff x="1302526" y="4999597"/>
            <a:chExt cx="434176" cy="414440"/>
          </a:xfrm>
        </p:grpSpPr>
        <p:sp>
          <p:nvSpPr>
            <p:cNvPr id="16" name="Oval 15"/>
            <p:cNvSpPr/>
            <p:nvPr/>
          </p:nvSpPr>
          <p:spPr>
            <a:xfrm>
              <a:off x="1315683" y="4999597"/>
              <a:ext cx="407862" cy="414440"/>
            </a:xfrm>
            <a:prstGeom prst="ellipse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700" dirty="0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302526" y="5022151"/>
              <a:ext cx="434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 smtClean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14</a:t>
              </a:r>
              <a:endParaRPr lang="fr-FR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7355767" y="2126474"/>
            <a:ext cx="434176" cy="414440"/>
            <a:chOff x="1302526" y="4999597"/>
            <a:chExt cx="434176" cy="414440"/>
          </a:xfrm>
        </p:grpSpPr>
        <p:sp>
          <p:nvSpPr>
            <p:cNvPr id="19" name="Oval 18"/>
            <p:cNvSpPr/>
            <p:nvPr/>
          </p:nvSpPr>
          <p:spPr>
            <a:xfrm>
              <a:off x="1315683" y="4999597"/>
              <a:ext cx="407862" cy="414440"/>
            </a:xfrm>
            <a:prstGeom prst="ellipse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700" dirty="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302526" y="5022151"/>
              <a:ext cx="434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 smtClean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16</a:t>
              </a:r>
              <a:endParaRPr lang="fr-FR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9645056" y="2941649"/>
            <a:ext cx="434176" cy="414440"/>
            <a:chOff x="1302526" y="4999597"/>
            <a:chExt cx="434176" cy="414440"/>
          </a:xfrm>
        </p:grpSpPr>
        <p:sp>
          <p:nvSpPr>
            <p:cNvPr id="22" name="Oval 21"/>
            <p:cNvSpPr/>
            <p:nvPr/>
          </p:nvSpPr>
          <p:spPr>
            <a:xfrm>
              <a:off x="1315683" y="4999597"/>
              <a:ext cx="407862" cy="414440"/>
            </a:xfrm>
            <a:prstGeom prst="ellipse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700" dirty="0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302526" y="5022151"/>
              <a:ext cx="434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 smtClean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17</a:t>
              </a:r>
              <a:endParaRPr lang="fr-FR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4" name="Group 23"/>
          <p:cNvGrpSpPr/>
          <p:nvPr/>
        </p:nvGrpSpPr>
        <p:grpSpPr>
          <a:xfrm>
            <a:off x="1491107" y="3627449"/>
            <a:ext cx="434176" cy="414440"/>
            <a:chOff x="1302526" y="4999597"/>
            <a:chExt cx="434176" cy="414440"/>
          </a:xfrm>
        </p:grpSpPr>
        <p:sp>
          <p:nvSpPr>
            <p:cNvPr id="25" name="Oval 24"/>
            <p:cNvSpPr/>
            <p:nvPr/>
          </p:nvSpPr>
          <p:spPr>
            <a:xfrm>
              <a:off x="1315683" y="4999597"/>
              <a:ext cx="407862" cy="414440"/>
            </a:xfrm>
            <a:prstGeom prst="ellipse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700" dirty="0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302526" y="5022151"/>
              <a:ext cx="434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 smtClean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18</a:t>
              </a:r>
              <a:endParaRPr lang="fr-FR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1679689" y="3037114"/>
            <a:ext cx="434176" cy="414440"/>
            <a:chOff x="1302526" y="4999597"/>
            <a:chExt cx="434176" cy="414440"/>
          </a:xfrm>
        </p:grpSpPr>
        <p:sp>
          <p:nvSpPr>
            <p:cNvPr id="28" name="Oval 27"/>
            <p:cNvSpPr/>
            <p:nvPr/>
          </p:nvSpPr>
          <p:spPr>
            <a:xfrm>
              <a:off x="1315683" y="4999597"/>
              <a:ext cx="407862" cy="414440"/>
            </a:xfrm>
            <a:prstGeom prst="ellipse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700" dirty="0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302526" y="5022151"/>
              <a:ext cx="434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 smtClean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19</a:t>
              </a:r>
              <a:endParaRPr lang="fr-FR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129792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49" t="22991" r="6669" b="36611"/>
          <a:stretch/>
        </p:blipFill>
        <p:spPr>
          <a:xfrm>
            <a:off x="0" y="342078"/>
            <a:ext cx="12168542" cy="3880298"/>
          </a:xfrm>
          <a:prstGeom prst="rect">
            <a:avLst/>
          </a:prstGeom>
        </p:spPr>
      </p:pic>
      <p:grpSp>
        <p:nvGrpSpPr>
          <p:cNvPr id="7" name="Group 6"/>
          <p:cNvGrpSpPr/>
          <p:nvPr/>
        </p:nvGrpSpPr>
        <p:grpSpPr>
          <a:xfrm>
            <a:off x="5919147" y="1653531"/>
            <a:ext cx="434176" cy="414440"/>
            <a:chOff x="1302526" y="4999597"/>
            <a:chExt cx="434176" cy="414440"/>
          </a:xfrm>
        </p:grpSpPr>
        <p:sp>
          <p:nvSpPr>
            <p:cNvPr id="5" name="Oval 4"/>
            <p:cNvSpPr/>
            <p:nvPr/>
          </p:nvSpPr>
          <p:spPr>
            <a:xfrm>
              <a:off x="1315683" y="4999597"/>
              <a:ext cx="407862" cy="414440"/>
            </a:xfrm>
            <a:prstGeom prst="ellipse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700" dirty="0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302526" y="5022151"/>
              <a:ext cx="434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 smtClean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13</a:t>
              </a:r>
              <a:endParaRPr lang="fr-FR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3581285" y="1446311"/>
            <a:ext cx="434176" cy="414440"/>
            <a:chOff x="1302526" y="4999597"/>
            <a:chExt cx="434176" cy="414440"/>
          </a:xfrm>
        </p:grpSpPr>
        <p:sp>
          <p:nvSpPr>
            <p:cNvPr id="13" name="Oval 12"/>
            <p:cNvSpPr/>
            <p:nvPr/>
          </p:nvSpPr>
          <p:spPr>
            <a:xfrm>
              <a:off x="1315683" y="4999597"/>
              <a:ext cx="407862" cy="414440"/>
            </a:xfrm>
            <a:prstGeom prst="ellipse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700" dirty="0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302526" y="5022151"/>
              <a:ext cx="434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 smtClean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lang="fr-FR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8921430" y="1175619"/>
            <a:ext cx="434176" cy="414440"/>
            <a:chOff x="1302526" y="4999597"/>
            <a:chExt cx="434176" cy="414440"/>
          </a:xfrm>
        </p:grpSpPr>
        <p:sp>
          <p:nvSpPr>
            <p:cNvPr id="16" name="Oval 15"/>
            <p:cNvSpPr/>
            <p:nvPr/>
          </p:nvSpPr>
          <p:spPr>
            <a:xfrm>
              <a:off x="1315683" y="4999597"/>
              <a:ext cx="407862" cy="414440"/>
            </a:xfrm>
            <a:prstGeom prst="ellipse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700" dirty="0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302526" y="5022151"/>
              <a:ext cx="434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 smtClean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14</a:t>
              </a:r>
              <a:endParaRPr lang="fr-FR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6586092" y="2067971"/>
            <a:ext cx="434176" cy="414440"/>
            <a:chOff x="1302526" y="4999597"/>
            <a:chExt cx="434176" cy="414440"/>
          </a:xfrm>
        </p:grpSpPr>
        <p:sp>
          <p:nvSpPr>
            <p:cNvPr id="19" name="Oval 18"/>
            <p:cNvSpPr/>
            <p:nvPr/>
          </p:nvSpPr>
          <p:spPr>
            <a:xfrm>
              <a:off x="1315683" y="4999597"/>
              <a:ext cx="407862" cy="414440"/>
            </a:xfrm>
            <a:prstGeom prst="ellipse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700" dirty="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302526" y="5022151"/>
              <a:ext cx="434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 smtClean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16</a:t>
              </a:r>
              <a:endParaRPr lang="fr-FR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8704342" y="3067813"/>
            <a:ext cx="434176" cy="414440"/>
            <a:chOff x="1302526" y="4999597"/>
            <a:chExt cx="434176" cy="414440"/>
          </a:xfrm>
        </p:grpSpPr>
        <p:sp>
          <p:nvSpPr>
            <p:cNvPr id="22" name="Oval 21"/>
            <p:cNvSpPr/>
            <p:nvPr/>
          </p:nvSpPr>
          <p:spPr>
            <a:xfrm>
              <a:off x="1315683" y="4999597"/>
              <a:ext cx="407862" cy="414440"/>
            </a:xfrm>
            <a:prstGeom prst="ellipse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700" dirty="0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302526" y="5022151"/>
              <a:ext cx="434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 smtClean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17</a:t>
              </a:r>
              <a:endParaRPr lang="fr-FR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4" name="Group 23"/>
          <p:cNvGrpSpPr/>
          <p:nvPr/>
        </p:nvGrpSpPr>
        <p:grpSpPr>
          <a:xfrm>
            <a:off x="2260782" y="3252479"/>
            <a:ext cx="434176" cy="414440"/>
            <a:chOff x="1302526" y="4999597"/>
            <a:chExt cx="434176" cy="414440"/>
          </a:xfrm>
        </p:grpSpPr>
        <p:sp>
          <p:nvSpPr>
            <p:cNvPr id="25" name="Oval 24"/>
            <p:cNvSpPr/>
            <p:nvPr/>
          </p:nvSpPr>
          <p:spPr>
            <a:xfrm>
              <a:off x="1315683" y="4999597"/>
              <a:ext cx="407862" cy="414440"/>
            </a:xfrm>
            <a:prstGeom prst="ellipse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700" dirty="0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302526" y="5022151"/>
              <a:ext cx="434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 smtClean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18</a:t>
              </a:r>
              <a:endParaRPr lang="fr-FR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2574353" y="2838039"/>
            <a:ext cx="434176" cy="414440"/>
            <a:chOff x="1302526" y="4999597"/>
            <a:chExt cx="434176" cy="414440"/>
          </a:xfrm>
        </p:grpSpPr>
        <p:sp>
          <p:nvSpPr>
            <p:cNvPr id="28" name="Oval 27"/>
            <p:cNvSpPr/>
            <p:nvPr/>
          </p:nvSpPr>
          <p:spPr>
            <a:xfrm>
              <a:off x="1315683" y="4999597"/>
              <a:ext cx="407862" cy="414440"/>
            </a:xfrm>
            <a:prstGeom prst="ellipse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700" dirty="0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302526" y="5022151"/>
              <a:ext cx="434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 smtClean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19</a:t>
              </a:r>
              <a:endParaRPr lang="fr-FR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083740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1160</TotalTime>
  <Words>14</Words>
  <Application>Microsoft Office PowerPoint</Application>
  <PresentationFormat>Widescreen</PresentationFormat>
  <Paragraphs>14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Oumaima HT</dc:creator>
  <cp:lastModifiedBy>Oumaima HT</cp:lastModifiedBy>
  <cp:revision>6</cp:revision>
  <dcterms:created xsi:type="dcterms:W3CDTF">2026-09-16T10:32:46Z</dcterms:created>
  <dcterms:modified xsi:type="dcterms:W3CDTF">2026-09-17T11:08:08Z</dcterms:modified>
</cp:coreProperties>
</file>