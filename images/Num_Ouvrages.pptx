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19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43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7769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21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2449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89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948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2266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503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6607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1028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6410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6046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890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2440"/>
            <a:ext cx="12192000" cy="5913120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6525789" y="2144564"/>
            <a:ext cx="434176" cy="414440"/>
            <a:chOff x="1302526" y="4999597"/>
            <a:chExt cx="434176" cy="414440"/>
          </a:xfrm>
        </p:grpSpPr>
        <p:sp>
          <p:nvSpPr>
            <p:cNvPr id="5" name="Oval 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13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875864" y="2215282"/>
            <a:ext cx="434176" cy="414440"/>
            <a:chOff x="1302526" y="4999597"/>
            <a:chExt cx="434176" cy="414440"/>
          </a:xfrm>
        </p:grpSpPr>
        <p:sp>
          <p:nvSpPr>
            <p:cNvPr id="13" name="Oval 12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0677867" y="1500976"/>
            <a:ext cx="434176" cy="414440"/>
            <a:chOff x="1302526" y="4999597"/>
            <a:chExt cx="434176" cy="414440"/>
          </a:xfrm>
        </p:grpSpPr>
        <p:sp>
          <p:nvSpPr>
            <p:cNvPr id="16" name="Oval 15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14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901775" y="3014560"/>
            <a:ext cx="434176" cy="414440"/>
            <a:chOff x="1302526" y="4999597"/>
            <a:chExt cx="434176" cy="414440"/>
          </a:xfrm>
        </p:grpSpPr>
        <p:sp>
          <p:nvSpPr>
            <p:cNvPr id="19" name="Oval 18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16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10664710" y="4158656"/>
            <a:ext cx="434176" cy="414440"/>
            <a:chOff x="1302526" y="4999597"/>
            <a:chExt cx="434176" cy="414440"/>
          </a:xfrm>
        </p:grpSpPr>
        <p:sp>
          <p:nvSpPr>
            <p:cNvPr id="22" name="Oval 21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17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1179729" y="4936554"/>
            <a:ext cx="434176" cy="414440"/>
            <a:chOff x="1302526" y="4999597"/>
            <a:chExt cx="434176" cy="414440"/>
          </a:xfrm>
        </p:grpSpPr>
        <p:sp>
          <p:nvSpPr>
            <p:cNvPr id="25" name="Oval 2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18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1271827" y="4181210"/>
            <a:ext cx="434176" cy="414440"/>
            <a:chOff x="1302526" y="4999597"/>
            <a:chExt cx="434176" cy="414440"/>
          </a:xfrm>
        </p:grpSpPr>
        <p:sp>
          <p:nvSpPr>
            <p:cNvPr id="28" name="Oval 27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80067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Oumaima HT</dc:creator>
  <cp:lastModifiedBy>Oumaima HT</cp:lastModifiedBy>
  <cp:revision>2</cp:revision>
  <dcterms:created xsi:type="dcterms:W3CDTF">2026-09-16T10:32:46Z</dcterms:created>
  <dcterms:modified xsi:type="dcterms:W3CDTF">2026-09-16T10:33:55Z</dcterms:modified>
</cp:coreProperties>
</file>