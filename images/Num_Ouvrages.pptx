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119" autoAdjust="0"/>
    <p:restoredTop sz="94660"/>
  </p:normalViewPr>
  <p:slideViewPr>
    <p:cSldViewPr snapToGrid="0">
      <p:cViewPr>
        <p:scale>
          <a:sx n="100" d="100"/>
          <a:sy n="100" d="100"/>
        </p:scale>
        <p:origin x="1046" y="4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77697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21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2449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5893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49483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2266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5032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66072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1028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64100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6046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18480-AA44-4C42-AA0A-FF774FAFB055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890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648"/>
          <a:stretch/>
        </p:blipFill>
        <p:spPr>
          <a:xfrm>
            <a:off x="0" y="3514"/>
            <a:ext cx="12192000" cy="4682786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6210025" y="1401203"/>
            <a:ext cx="434176" cy="414440"/>
            <a:chOff x="1302526" y="4999597"/>
            <a:chExt cx="434176" cy="414440"/>
          </a:xfrm>
        </p:grpSpPr>
        <p:sp>
          <p:nvSpPr>
            <p:cNvPr id="5" name="Oval 4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13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2948227" y="1290937"/>
            <a:ext cx="434176" cy="414440"/>
            <a:chOff x="1302526" y="4999597"/>
            <a:chExt cx="434176" cy="414440"/>
          </a:xfrm>
        </p:grpSpPr>
        <p:sp>
          <p:nvSpPr>
            <p:cNvPr id="13" name="Oval 12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9645056" y="757614"/>
            <a:ext cx="434176" cy="414440"/>
            <a:chOff x="1302526" y="4999597"/>
            <a:chExt cx="434176" cy="414440"/>
          </a:xfrm>
        </p:grpSpPr>
        <p:sp>
          <p:nvSpPr>
            <p:cNvPr id="16" name="Oval 15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14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7355767" y="2126474"/>
            <a:ext cx="434176" cy="414440"/>
            <a:chOff x="1302526" y="4999597"/>
            <a:chExt cx="434176" cy="414440"/>
          </a:xfrm>
        </p:grpSpPr>
        <p:sp>
          <p:nvSpPr>
            <p:cNvPr id="19" name="Oval 18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16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9645056" y="2941649"/>
            <a:ext cx="434176" cy="414440"/>
            <a:chOff x="1302526" y="4999597"/>
            <a:chExt cx="434176" cy="414440"/>
          </a:xfrm>
        </p:grpSpPr>
        <p:sp>
          <p:nvSpPr>
            <p:cNvPr id="22" name="Oval 21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17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1491107" y="3627449"/>
            <a:ext cx="434176" cy="414440"/>
            <a:chOff x="1302526" y="4999597"/>
            <a:chExt cx="434176" cy="414440"/>
          </a:xfrm>
        </p:grpSpPr>
        <p:sp>
          <p:nvSpPr>
            <p:cNvPr id="25" name="Oval 24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18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1679689" y="3037114"/>
            <a:ext cx="434176" cy="414440"/>
            <a:chOff x="1302526" y="4999597"/>
            <a:chExt cx="434176" cy="414440"/>
          </a:xfrm>
        </p:grpSpPr>
        <p:sp>
          <p:nvSpPr>
            <p:cNvPr id="28" name="Oval 27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19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129792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7</Words>
  <Application>Microsoft Office PowerPoint</Application>
  <PresentationFormat>Widescreen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Oumaima HT</dc:creator>
  <cp:lastModifiedBy>Oumaima HT</cp:lastModifiedBy>
  <cp:revision>4</cp:revision>
  <dcterms:created xsi:type="dcterms:W3CDTF">2026-09-16T10:32:46Z</dcterms:created>
  <dcterms:modified xsi:type="dcterms:W3CDTF">2026-09-16T11:21:29Z</dcterms:modified>
</cp:coreProperties>
</file>